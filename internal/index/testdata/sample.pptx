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emphasize Q1 customer commits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 milestones and exit criteria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Supply chain delays remain the top risk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